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填充"/>
          <p:cNvSpPr/>
          <p:nvPr/>
        </p:nvSpPr>
        <p:spPr>
          <a:xfrm>
            <a:off x="1523848" y="571500"/>
            <a:ext cx="9144000" cy="5715000"/>
          </a:xfrm>
          <a:custGeom>
            <a:avLst/>
            <a:gdLst/>
            <a:rect l="0" t="0" r="0" b="0"/>
            <a:pathLst>
              <a:path w="9144000" h="5715000">
                <a:moveTo>
                  <a:pt x="0" y="5715000"/>
                </a:moveTo>
                <a:lnTo>
                  <a:pt x="9144000" y="57150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" name="线条"/>
          <p:cNvSpPr/>
          <p:nvPr/>
        </p:nvSpPr>
        <p:spPr>
          <a:xfrm>
            <a:off x="26668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4" name="线条"/>
          <p:cNvSpPr/>
          <p:nvPr/>
        </p:nvSpPr>
        <p:spPr>
          <a:xfrm>
            <a:off x="33907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5" name="线条"/>
          <p:cNvSpPr/>
          <p:nvPr/>
        </p:nvSpPr>
        <p:spPr>
          <a:xfrm>
            <a:off x="41146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6" name="线条"/>
          <p:cNvSpPr/>
          <p:nvPr/>
        </p:nvSpPr>
        <p:spPr>
          <a:xfrm>
            <a:off x="48385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7" name="线条"/>
          <p:cNvSpPr/>
          <p:nvPr/>
        </p:nvSpPr>
        <p:spPr>
          <a:xfrm>
            <a:off x="55624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8" name="线条"/>
          <p:cNvSpPr/>
          <p:nvPr/>
        </p:nvSpPr>
        <p:spPr>
          <a:xfrm>
            <a:off x="62863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9" name="线条"/>
          <p:cNvSpPr/>
          <p:nvPr/>
        </p:nvSpPr>
        <p:spPr>
          <a:xfrm>
            <a:off x="70102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0" name="线条"/>
          <p:cNvSpPr/>
          <p:nvPr/>
        </p:nvSpPr>
        <p:spPr>
          <a:xfrm>
            <a:off x="77341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1" name="线条"/>
          <p:cNvSpPr/>
          <p:nvPr/>
        </p:nvSpPr>
        <p:spPr>
          <a:xfrm>
            <a:off x="84580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2" name="线条"/>
          <p:cNvSpPr/>
          <p:nvPr/>
        </p:nvSpPr>
        <p:spPr>
          <a:xfrm>
            <a:off x="91819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3" name="线条"/>
          <p:cNvSpPr/>
          <p:nvPr/>
        </p:nvSpPr>
        <p:spPr>
          <a:xfrm>
            <a:off x="99058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4" name="线条"/>
          <p:cNvSpPr/>
          <p:nvPr/>
        </p:nvSpPr>
        <p:spPr>
          <a:xfrm>
            <a:off x="2666848" y="5524500"/>
            <a:ext cx="7239000" cy="3175"/>
          </a:xfrm>
          <a:custGeom>
            <a:avLst/>
            <a:gdLst/>
            <a:rect l="0" t="0" r="0" b="0"/>
            <a:pathLst>
              <a:path w="7239000" h="3175" fill="none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5" name="线条"/>
          <p:cNvSpPr/>
          <p:nvPr/>
        </p:nvSpPr>
        <p:spPr>
          <a:xfrm>
            <a:off x="2666848" y="4724400"/>
            <a:ext cx="7239000" cy="3175"/>
          </a:xfrm>
          <a:custGeom>
            <a:avLst/>
            <a:gdLst/>
            <a:rect l="0" t="0" r="0" b="0"/>
            <a:pathLst>
              <a:path w="7239000" h="3175" fill="none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6" name="线条"/>
          <p:cNvSpPr/>
          <p:nvPr/>
        </p:nvSpPr>
        <p:spPr>
          <a:xfrm>
            <a:off x="2666848" y="3924300"/>
            <a:ext cx="7239000" cy="3175"/>
          </a:xfrm>
          <a:custGeom>
            <a:avLst/>
            <a:gdLst/>
            <a:rect l="0" t="0" r="0" b="0"/>
            <a:pathLst>
              <a:path w="7239000" h="3175" fill="none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7" name="线条"/>
          <p:cNvSpPr/>
          <p:nvPr/>
        </p:nvSpPr>
        <p:spPr>
          <a:xfrm>
            <a:off x="2666848" y="3124200"/>
            <a:ext cx="7239000" cy="3175"/>
          </a:xfrm>
          <a:custGeom>
            <a:avLst/>
            <a:gdLst/>
            <a:rect l="0" t="0" r="0" b="0"/>
            <a:pathLst>
              <a:path w="7239000" h="3175" fill="none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8" name="线条"/>
          <p:cNvSpPr/>
          <p:nvPr/>
        </p:nvSpPr>
        <p:spPr>
          <a:xfrm>
            <a:off x="2666848" y="2324100"/>
            <a:ext cx="7239000" cy="3175"/>
          </a:xfrm>
          <a:custGeom>
            <a:avLst/>
            <a:gdLst/>
            <a:rect l="0" t="0" r="0" b="0"/>
            <a:pathLst>
              <a:path w="7239000" h="3175" fill="none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19" name="线条"/>
          <p:cNvSpPr/>
          <p:nvPr/>
        </p:nvSpPr>
        <p:spPr>
          <a:xfrm>
            <a:off x="2666848" y="1524000"/>
            <a:ext cx="7239000" cy="3175"/>
          </a:xfrm>
          <a:custGeom>
            <a:avLst/>
            <a:gdLst/>
            <a:rect l="0" t="0" r="0" b="0"/>
            <a:pathLst>
              <a:path w="7239000" h="3175" fill="none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dash"/>
          </a:ln>
        </p:spPr>
      </p:sp>
      <p:sp>
        <p:nvSpPr>
          <p:cNvPr id="20" name="线条"/>
          <p:cNvSpPr/>
          <p:nvPr/>
        </p:nvSpPr>
        <p:spPr>
          <a:xfrm>
            <a:off x="2666848" y="1524000"/>
            <a:ext cx="3175" cy="4000500"/>
          </a:xfrm>
          <a:custGeom>
            <a:avLst/>
            <a:gdLst/>
            <a:rect l="0" t="0" r="0" b="0"/>
            <a:pathLst>
              <a:path w="3175" h="4000500" fill="none">
                <a:moveTo>
                  <a:pt x="0" y="400050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</a:ln>
        </p:spPr>
      </p:sp>
      <p:sp>
        <p:nvSpPr>
          <p:cNvPr id="21" name="线条"/>
          <p:cNvSpPr/>
          <p:nvPr/>
        </p:nvSpPr>
        <p:spPr>
          <a:xfrm>
            <a:off x="2666848" y="5524500"/>
            <a:ext cx="7239000" cy="3175"/>
          </a:xfrm>
          <a:custGeom>
            <a:avLst/>
            <a:gdLst/>
            <a:rect l="0" t="0" r="0" b="0"/>
            <a:pathLst>
              <a:path w="7239000" h="3175" fill="none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9050" cap="flat">
            <a:solidFill>
              <a:srgbClr val="000000"/>
            </a:solidFill>
          </a:ln>
        </p:spPr>
      </p:sp>
      <p:sp>
        <p:nvSpPr>
          <p:cNvPr id="22" name="线条"/>
          <p:cNvSpPr/>
          <p:nvPr/>
        </p:nvSpPr>
        <p:spPr>
          <a:xfrm>
            <a:off x="2666848" y="2000250"/>
            <a:ext cx="7239000" cy="3046095"/>
          </a:xfrm>
          <a:custGeom>
            <a:avLst/>
            <a:gdLst/>
            <a:rect l="0" t="0" r="0" b="0"/>
            <a:pathLst>
              <a:path w="7239000" h="3046095" fill="none">
                <a:moveTo>
                  <a:pt x="0" y="139065"/>
                </a:moveTo>
                <a:lnTo>
                  <a:pt x="76200" y="234315"/>
                </a:lnTo>
                <a:lnTo>
                  <a:pt x="152400" y="354330"/>
                </a:lnTo>
                <a:lnTo>
                  <a:pt x="228600" y="495300"/>
                </a:lnTo>
                <a:lnTo>
                  <a:pt x="304800" y="653415"/>
                </a:lnTo>
                <a:lnTo>
                  <a:pt x="381000" y="826770"/>
                </a:lnTo>
                <a:lnTo>
                  <a:pt x="457200" y="1013460"/>
                </a:lnTo>
                <a:lnTo>
                  <a:pt x="533400" y="1209675"/>
                </a:lnTo>
                <a:lnTo>
                  <a:pt x="609600" y="1409700"/>
                </a:lnTo>
                <a:lnTo>
                  <a:pt x="685800" y="1613535"/>
                </a:lnTo>
                <a:lnTo>
                  <a:pt x="762000" y="1813560"/>
                </a:lnTo>
                <a:lnTo>
                  <a:pt x="838200" y="2011680"/>
                </a:lnTo>
                <a:lnTo>
                  <a:pt x="914400" y="2198370"/>
                </a:lnTo>
                <a:lnTo>
                  <a:pt x="990600" y="2373630"/>
                </a:lnTo>
                <a:lnTo>
                  <a:pt x="1066800" y="2535555"/>
                </a:lnTo>
                <a:lnTo>
                  <a:pt x="1143000" y="2676525"/>
                </a:lnTo>
                <a:lnTo>
                  <a:pt x="1219200" y="2800350"/>
                </a:lnTo>
                <a:lnTo>
                  <a:pt x="1295400" y="2899410"/>
                </a:lnTo>
                <a:lnTo>
                  <a:pt x="1371600" y="2973705"/>
                </a:lnTo>
                <a:lnTo>
                  <a:pt x="1447800" y="3023235"/>
                </a:lnTo>
                <a:lnTo>
                  <a:pt x="1524000" y="3046095"/>
                </a:lnTo>
                <a:lnTo>
                  <a:pt x="1600200" y="3042285"/>
                </a:lnTo>
                <a:lnTo>
                  <a:pt x="1676400" y="3011805"/>
                </a:lnTo>
                <a:lnTo>
                  <a:pt x="1752600" y="2952750"/>
                </a:lnTo>
                <a:lnTo>
                  <a:pt x="1828800" y="2870835"/>
                </a:lnTo>
                <a:lnTo>
                  <a:pt x="1905000" y="2764155"/>
                </a:lnTo>
                <a:lnTo>
                  <a:pt x="1981200" y="2634615"/>
                </a:lnTo>
                <a:lnTo>
                  <a:pt x="2057400" y="2486025"/>
                </a:lnTo>
                <a:lnTo>
                  <a:pt x="2133600" y="2320290"/>
                </a:lnTo>
                <a:lnTo>
                  <a:pt x="2209800" y="2141220"/>
                </a:lnTo>
                <a:lnTo>
                  <a:pt x="2286000" y="1950720"/>
                </a:lnTo>
                <a:lnTo>
                  <a:pt x="2362200" y="1750695"/>
                </a:lnTo>
                <a:lnTo>
                  <a:pt x="2438400" y="1548765"/>
                </a:lnTo>
                <a:lnTo>
                  <a:pt x="2514600" y="1346835"/>
                </a:lnTo>
                <a:lnTo>
                  <a:pt x="2590800" y="1146810"/>
                </a:lnTo>
                <a:lnTo>
                  <a:pt x="2667000" y="954405"/>
                </a:lnTo>
                <a:lnTo>
                  <a:pt x="2743200" y="771525"/>
                </a:lnTo>
                <a:lnTo>
                  <a:pt x="2819400" y="601980"/>
                </a:lnTo>
                <a:lnTo>
                  <a:pt x="2895600" y="447675"/>
                </a:lnTo>
                <a:lnTo>
                  <a:pt x="2971800" y="314325"/>
                </a:lnTo>
                <a:lnTo>
                  <a:pt x="3048000" y="201930"/>
                </a:lnTo>
                <a:lnTo>
                  <a:pt x="3124200" y="112395"/>
                </a:lnTo>
                <a:lnTo>
                  <a:pt x="3200400" y="49530"/>
                </a:lnTo>
                <a:lnTo>
                  <a:pt x="3276600" y="11430"/>
                </a:lnTo>
                <a:lnTo>
                  <a:pt x="3352800" y="0"/>
                </a:lnTo>
                <a:lnTo>
                  <a:pt x="3429000" y="17145"/>
                </a:lnTo>
                <a:lnTo>
                  <a:pt x="3505200" y="59055"/>
                </a:lnTo>
                <a:lnTo>
                  <a:pt x="3581400" y="127635"/>
                </a:lnTo>
                <a:lnTo>
                  <a:pt x="3657600" y="220980"/>
                </a:lnTo>
                <a:lnTo>
                  <a:pt x="3733800" y="339090"/>
                </a:lnTo>
                <a:lnTo>
                  <a:pt x="3810000" y="476250"/>
                </a:lnTo>
                <a:lnTo>
                  <a:pt x="3886200" y="632460"/>
                </a:lnTo>
                <a:lnTo>
                  <a:pt x="3962400" y="803910"/>
                </a:lnTo>
                <a:lnTo>
                  <a:pt x="4038600" y="990600"/>
                </a:lnTo>
                <a:lnTo>
                  <a:pt x="4114800" y="1184910"/>
                </a:lnTo>
                <a:lnTo>
                  <a:pt x="4191000" y="1384935"/>
                </a:lnTo>
                <a:lnTo>
                  <a:pt x="4267200" y="1588770"/>
                </a:lnTo>
                <a:lnTo>
                  <a:pt x="4343400" y="1788795"/>
                </a:lnTo>
                <a:lnTo>
                  <a:pt x="4419600" y="1986915"/>
                </a:lnTo>
                <a:lnTo>
                  <a:pt x="4495800" y="2175510"/>
                </a:lnTo>
                <a:lnTo>
                  <a:pt x="4572000" y="2352675"/>
                </a:lnTo>
                <a:lnTo>
                  <a:pt x="4648200" y="2516505"/>
                </a:lnTo>
                <a:lnTo>
                  <a:pt x="4724400" y="2661285"/>
                </a:lnTo>
                <a:lnTo>
                  <a:pt x="4800600" y="2785110"/>
                </a:lnTo>
                <a:lnTo>
                  <a:pt x="4876800" y="2887980"/>
                </a:lnTo>
                <a:lnTo>
                  <a:pt x="4953000" y="2966085"/>
                </a:lnTo>
                <a:lnTo>
                  <a:pt x="5029200" y="3019425"/>
                </a:lnTo>
                <a:lnTo>
                  <a:pt x="5105400" y="3044190"/>
                </a:lnTo>
                <a:lnTo>
                  <a:pt x="5181600" y="3044190"/>
                </a:lnTo>
                <a:lnTo>
                  <a:pt x="5257800" y="3015615"/>
                </a:lnTo>
                <a:lnTo>
                  <a:pt x="5334000" y="2962275"/>
                </a:lnTo>
                <a:lnTo>
                  <a:pt x="5410200" y="2882265"/>
                </a:lnTo>
                <a:lnTo>
                  <a:pt x="5486400" y="2777490"/>
                </a:lnTo>
                <a:lnTo>
                  <a:pt x="5562600" y="2651760"/>
                </a:lnTo>
                <a:lnTo>
                  <a:pt x="5638800" y="2505075"/>
                </a:lnTo>
                <a:lnTo>
                  <a:pt x="5715000" y="2341245"/>
                </a:lnTo>
                <a:lnTo>
                  <a:pt x="5791200" y="2164080"/>
                </a:lnTo>
                <a:lnTo>
                  <a:pt x="5867400" y="1973580"/>
                </a:lnTo>
                <a:lnTo>
                  <a:pt x="5943600" y="1775460"/>
                </a:lnTo>
                <a:lnTo>
                  <a:pt x="6019800" y="1573530"/>
                </a:lnTo>
                <a:lnTo>
                  <a:pt x="6096000" y="1371600"/>
                </a:lnTo>
                <a:lnTo>
                  <a:pt x="6172200" y="1171575"/>
                </a:lnTo>
                <a:lnTo>
                  <a:pt x="6248400" y="977265"/>
                </a:lnTo>
                <a:lnTo>
                  <a:pt x="6324600" y="792480"/>
                </a:lnTo>
                <a:lnTo>
                  <a:pt x="6400800" y="621030"/>
                </a:lnTo>
                <a:lnTo>
                  <a:pt x="6477000" y="466725"/>
                </a:lnTo>
                <a:lnTo>
                  <a:pt x="6553200" y="329565"/>
                </a:lnTo>
                <a:lnTo>
                  <a:pt x="6629400" y="215265"/>
                </a:lnTo>
                <a:lnTo>
                  <a:pt x="6705600" y="121920"/>
                </a:lnTo>
                <a:lnTo>
                  <a:pt x="6781800" y="55245"/>
                </a:lnTo>
                <a:lnTo>
                  <a:pt x="6858000" y="15240"/>
                </a:lnTo>
                <a:lnTo>
                  <a:pt x="6934200" y="0"/>
                </a:lnTo>
                <a:lnTo>
                  <a:pt x="7010400" y="13335"/>
                </a:lnTo>
                <a:lnTo>
                  <a:pt x="7086600" y="51435"/>
                </a:lnTo>
                <a:lnTo>
                  <a:pt x="7162800" y="118110"/>
                </a:lnTo>
                <a:lnTo>
                  <a:pt x="7239000" y="209550"/>
                </a:lnTo>
              </a:path>
            </a:pathLst>
          </a:custGeom>
          <a:noFill/>
          <a:ln w="19050" cap="flat">
            <a:solidFill>
              <a:srgbClr val="ff0000"/>
            </a:solidFill>
          </a:ln>
        </p:spPr>
      </p:sp>
      <p:sp>
        <p:nvSpPr>
          <p:cNvPr id="23" name="线条"/>
          <p:cNvSpPr/>
          <p:nvPr/>
        </p:nvSpPr>
        <p:spPr>
          <a:xfrm>
            <a:off x="2666848" y="2571750"/>
            <a:ext cx="7239000" cy="1903095"/>
          </a:xfrm>
          <a:custGeom>
            <a:avLst/>
            <a:gdLst/>
            <a:rect l="0" t="0" r="0" b="0"/>
            <a:pathLst>
              <a:path w="7239000" h="1903095" fill="none">
                <a:moveTo>
                  <a:pt x="0" y="1007745"/>
                </a:moveTo>
                <a:lnTo>
                  <a:pt x="76200" y="1133475"/>
                </a:lnTo>
                <a:lnTo>
                  <a:pt x="152400" y="1257300"/>
                </a:lnTo>
                <a:lnTo>
                  <a:pt x="228600" y="1373505"/>
                </a:lnTo>
                <a:lnTo>
                  <a:pt x="304800" y="1483995"/>
                </a:lnTo>
                <a:lnTo>
                  <a:pt x="381000" y="1584960"/>
                </a:lnTo>
                <a:lnTo>
                  <a:pt x="457200" y="1672590"/>
                </a:lnTo>
                <a:lnTo>
                  <a:pt x="533400" y="1748790"/>
                </a:lnTo>
                <a:lnTo>
                  <a:pt x="609600" y="1811655"/>
                </a:lnTo>
                <a:lnTo>
                  <a:pt x="685800" y="1859280"/>
                </a:lnTo>
                <a:lnTo>
                  <a:pt x="762000" y="1889760"/>
                </a:lnTo>
                <a:lnTo>
                  <a:pt x="838200" y="1903095"/>
                </a:lnTo>
                <a:lnTo>
                  <a:pt x="914400" y="1901190"/>
                </a:lnTo>
                <a:lnTo>
                  <a:pt x="990600" y="1882140"/>
                </a:lnTo>
                <a:lnTo>
                  <a:pt x="1066800" y="1845945"/>
                </a:lnTo>
                <a:lnTo>
                  <a:pt x="1143000" y="1794510"/>
                </a:lnTo>
                <a:lnTo>
                  <a:pt x="1219200" y="1727835"/>
                </a:lnTo>
                <a:lnTo>
                  <a:pt x="1295400" y="1645920"/>
                </a:lnTo>
                <a:lnTo>
                  <a:pt x="1371600" y="1554480"/>
                </a:lnTo>
                <a:lnTo>
                  <a:pt x="1447800" y="1449705"/>
                </a:lnTo>
                <a:lnTo>
                  <a:pt x="1524000" y="1337310"/>
                </a:lnTo>
                <a:lnTo>
                  <a:pt x="1600200" y="1219200"/>
                </a:lnTo>
                <a:lnTo>
                  <a:pt x="1676400" y="1095375"/>
                </a:lnTo>
                <a:lnTo>
                  <a:pt x="1752600" y="967740"/>
                </a:lnTo>
                <a:lnTo>
                  <a:pt x="1828800" y="842010"/>
                </a:lnTo>
                <a:lnTo>
                  <a:pt x="1905000" y="716280"/>
                </a:lnTo>
                <a:lnTo>
                  <a:pt x="1981200" y="596265"/>
                </a:lnTo>
                <a:lnTo>
                  <a:pt x="2057400" y="481965"/>
                </a:lnTo>
                <a:lnTo>
                  <a:pt x="2133600" y="375285"/>
                </a:lnTo>
                <a:lnTo>
                  <a:pt x="2209800" y="280035"/>
                </a:lnTo>
                <a:lnTo>
                  <a:pt x="2286000" y="196215"/>
                </a:lnTo>
                <a:lnTo>
                  <a:pt x="2362200" y="125730"/>
                </a:lnTo>
                <a:lnTo>
                  <a:pt x="2438400" y="70485"/>
                </a:lnTo>
                <a:lnTo>
                  <a:pt x="2514600" y="30480"/>
                </a:lnTo>
                <a:lnTo>
                  <a:pt x="2590800" y="7620"/>
                </a:lnTo>
                <a:lnTo>
                  <a:pt x="2667000" y="0"/>
                </a:lnTo>
                <a:lnTo>
                  <a:pt x="2743200" y="9525"/>
                </a:lnTo>
                <a:lnTo>
                  <a:pt x="2819400" y="36195"/>
                </a:lnTo>
                <a:lnTo>
                  <a:pt x="2895600" y="80010"/>
                </a:lnTo>
                <a:lnTo>
                  <a:pt x="2971800" y="139065"/>
                </a:lnTo>
                <a:lnTo>
                  <a:pt x="3048000" y="211455"/>
                </a:lnTo>
                <a:lnTo>
                  <a:pt x="3124200" y="297180"/>
                </a:lnTo>
                <a:lnTo>
                  <a:pt x="3200400" y="396240"/>
                </a:lnTo>
                <a:lnTo>
                  <a:pt x="3276600" y="502920"/>
                </a:lnTo>
                <a:lnTo>
                  <a:pt x="3352800" y="619125"/>
                </a:lnTo>
                <a:lnTo>
                  <a:pt x="3429000" y="741045"/>
                </a:lnTo>
                <a:lnTo>
                  <a:pt x="3505200" y="864870"/>
                </a:lnTo>
                <a:lnTo>
                  <a:pt x="3581400" y="992505"/>
                </a:lnTo>
                <a:lnTo>
                  <a:pt x="3657600" y="1118235"/>
                </a:lnTo>
                <a:lnTo>
                  <a:pt x="3733800" y="1242060"/>
                </a:lnTo>
                <a:lnTo>
                  <a:pt x="3810000" y="1360170"/>
                </a:lnTo>
                <a:lnTo>
                  <a:pt x="3886200" y="1470660"/>
                </a:lnTo>
                <a:lnTo>
                  <a:pt x="3962400" y="1571625"/>
                </a:lnTo>
                <a:lnTo>
                  <a:pt x="4038600" y="1663065"/>
                </a:lnTo>
                <a:lnTo>
                  <a:pt x="4114800" y="1741170"/>
                </a:lnTo>
                <a:lnTo>
                  <a:pt x="4191000" y="1805940"/>
                </a:lnTo>
                <a:lnTo>
                  <a:pt x="4267200" y="1853565"/>
                </a:lnTo>
                <a:lnTo>
                  <a:pt x="4343400" y="1885950"/>
                </a:lnTo>
                <a:lnTo>
                  <a:pt x="4419600" y="1903095"/>
                </a:lnTo>
                <a:lnTo>
                  <a:pt x="4495800" y="1903095"/>
                </a:lnTo>
                <a:lnTo>
                  <a:pt x="4572000" y="1885950"/>
                </a:lnTo>
                <a:lnTo>
                  <a:pt x="4648200" y="1851660"/>
                </a:lnTo>
                <a:lnTo>
                  <a:pt x="4724400" y="1802130"/>
                </a:lnTo>
                <a:lnTo>
                  <a:pt x="4800600" y="1735455"/>
                </a:lnTo>
                <a:lnTo>
                  <a:pt x="4876800" y="1657350"/>
                </a:lnTo>
                <a:lnTo>
                  <a:pt x="4953000" y="1565910"/>
                </a:lnTo>
                <a:lnTo>
                  <a:pt x="5029200" y="1463040"/>
                </a:lnTo>
                <a:lnTo>
                  <a:pt x="5105400" y="1352550"/>
                </a:lnTo>
                <a:lnTo>
                  <a:pt x="5181600" y="1234440"/>
                </a:lnTo>
                <a:lnTo>
                  <a:pt x="5257800" y="1110615"/>
                </a:lnTo>
                <a:lnTo>
                  <a:pt x="5334000" y="984885"/>
                </a:lnTo>
                <a:lnTo>
                  <a:pt x="5410200" y="857250"/>
                </a:lnTo>
                <a:lnTo>
                  <a:pt x="5486400" y="731520"/>
                </a:lnTo>
                <a:lnTo>
                  <a:pt x="5562600" y="611505"/>
                </a:lnTo>
                <a:lnTo>
                  <a:pt x="5638800" y="495300"/>
                </a:lnTo>
                <a:lnTo>
                  <a:pt x="5715000" y="388620"/>
                </a:lnTo>
                <a:lnTo>
                  <a:pt x="5791200" y="291465"/>
                </a:lnTo>
                <a:lnTo>
                  <a:pt x="5867400" y="205740"/>
                </a:lnTo>
                <a:lnTo>
                  <a:pt x="5943600" y="133350"/>
                </a:lnTo>
                <a:lnTo>
                  <a:pt x="6019800" y="76200"/>
                </a:lnTo>
                <a:lnTo>
                  <a:pt x="6096000" y="34290"/>
                </a:lnTo>
                <a:lnTo>
                  <a:pt x="6172200" y="9525"/>
                </a:lnTo>
                <a:lnTo>
                  <a:pt x="6248400" y="0"/>
                </a:lnTo>
                <a:lnTo>
                  <a:pt x="6324600" y="7620"/>
                </a:lnTo>
                <a:lnTo>
                  <a:pt x="6400800" y="32385"/>
                </a:lnTo>
                <a:lnTo>
                  <a:pt x="6477000" y="74295"/>
                </a:lnTo>
                <a:lnTo>
                  <a:pt x="6553200" y="129540"/>
                </a:lnTo>
                <a:lnTo>
                  <a:pt x="6629400" y="201930"/>
                </a:lnTo>
                <a:lnTo>
                  <a:pt x="6705600" y="285750"/>
                </a:lnTo>
                <a:lnTo>
                  <a:pt x="6781800" y="382905"/>
                </a:lnTo>
                <a:lnTo>
                  <a:pt x="6858000" y="489585"/>
                </a:lnTo>
                <a:lnTo>
                  <a:pt x="6934200" y="603885"/>
                </a:lnTo>
                <a:lnTo>
                  <a:pt x="7010400" y="725805"/>
                </a:lnTo>
                <a:lnTo>
                  <a:pt x="7086600" y="849630"/>
                </a:lnTo>
                <a:lnTo>
                  <a:pt x="7162800" y="977265"/>
                </a:lnTo>
                <a:lnTo>
                  <a:pt x="7239000" y="1102995"/>
                </a:lnTo>
              </a:path>
            </a:pathLst>
          </a:custGeom>
          <a:noFill/>
          <a:ln w="19050" cap="flat">
            <a:solidFill>
              <a:srgbClr val="0066ff"/>
            </a:solidFill>
            <a:prstDash val="lgDash"/>
          </a:ln>
        </p:spPr>
      </p:sp>
      <p:sp>
        <p:nvSpPr>
          <p:cNvPr id="24" name="线条"/>
          <p:cNvSpPr/>
          <p:nvPr/>
        </p:nvSpPr>
        <p:spPr>
          <a:xfrm>
            <a:off x="7810348" y="1638300"/>
            <a:ext cx="1905000" cy="647700"/>
          </a:xfrm>
          <a:custGeom>
            <a:avLst/>
            <a:gdLst/>
            <a:rect l="0" t="0" r="0" b="0"/>
            <a:pathLst>
              <a:path w="1905000" h="647700" fill="none">
                <a:moveTo>
                  <a:pt x="0" y="647700"/>
                </a:moveTo>
                <a:lnTo>
                  <a:pt x="1905000" y="647700"/>
                </a:lnTo>
                <a:lnTo>
                  <a:pt x="1905000" y="0"/>
                </a:lnTo>
                <a:lnTo>
                  <a:pt x="0" y="0"/>
                </a:lnTo>
                <a:close/>
              </a:path>
            </a:pathLst>
          </a:custGeom>
          <a:noFill/>
          <a:ln w="15240" cap="flat">
            <a:solidFill>
              <a:srgbClr val="000000"/>
            </a:solidFill>
          </a:ln>
        </p:spPr>
      </p:sp>
      <p:sp>
        <p:nvSpPr>
          <p:cNvPr id="25" name="线条"/>
          <p:cNvSpPr/>
          <p:nvPr/>
        </p:nvSpPr>
        <p:spPr>
          <a:xfrm>
            <a:off x="7962748" y="1885950"/>
            <a:ext cx="381000" cy="3175"/>
          </a:xfrm>
          <a:custGeom>
            <a:avLst/>
            <a:gdLst/>
            <a:rect l="0" t="0" r="0" b="0"/>
            <a:pathLst>
              <a:path w="381000" h="3175" fill="none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5240" cap="flat">
            <a:solidFill>
              <a:srgbClr val="ffffff"/>
            </a:solidFill>
          </a:ln>
        </p:spPr>
      </p:sp>
      <p:sp>
        <p:nvSpPr>
          <p:cNvPr id="26" name="线条"/>
          <p:cNvSpPr/>
          <p:nvPr/>
        </p:nvSpPr>
        <p:spPr>
          <a:xfrm>
            <a:off x="7962748" y="2057400"/>
            <a:ext cx="381000" cy="3175"/>
          </a:xfrm>
          <a:custGeom>
            <a:avLst/>
            <a:gdLst/>
            <a:rect l="0" t="0" r="0" b="0"/>
            <a:pathLst>
              <a:path w="381000" h="3175" fill="none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5240" cap="flat">
            <a:solidFill>
              <a:srgbClr val="ffffff"/>
            </a:solidFill>
            <a:prstDash val="lgDash"/>
          </a:ln>
        </p:spPr>
      </p:sp>
      <p:sp>
        <p:nvSpPr>
          <p:cNvPr id="27" name="文本"/>
          <p:cNvSpPr txBox="1"/>
          <p:nvPr/>
        </p:nvSpPr>
        <p:spPr>
          <a:xfrm>
            <a:off x="4381348" y="845820"/>
            <a:ext cx="1676400" cy="3352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2400" dirty="0">
                <a:solidFill>
                  <a:srgbClr val="0066ff"/>
                </a:solidFill>
                <a:latin typeface="Arial"/>
                <a:ea typeface="SimSun"/>
              </a:rPr>
              <a:t>Demofigure</a:t>
            </a:r>
          </a:p>
        </p:txBody>
      </p:sp>
      <p:sp>
        <p:nvSpPr>
          <p:cNvPr id="28" name="文本"/>
          <p:cNvSpPr txBox="1"/>
          <p:nvPr/>
        </p:nvSpPr>
        <p:spPr>
          <a:xfrm>
            <a:off x="7962748" y="1019175"/>
            <a:ext cx="733425" cy="2095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500" dirty="0">
                <a:solidFill>
                  <a:srgbClr val="0066ff"/>
                </a:solidFill>
                <a:latin typeface="Arial"/>
                <a:ea typeface="SimSun"/>
              </a:rPr>
              <a:t>signalA</a:t>
            </a:r>
          </a:p>
        </p:txBody>
      </p:sp>
      <p:sp>
        <p:nvSpPr>
          <p:cNvPr id="29" name="文本"/>
          <p:cNvSpPr txBox="1"/>
          <p:nvPr/>
        </p:nvSpPr>
        <p:spPr>
          <a:xfrm>
            <a:off x="7962748" y="1190625"/>
            <a:ext cx="733425" cy="2095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500" dirty="0">
                <a:solidFill>
                  <a:srgbClr val="0066ff"/>
                </a:solidFill>
                <a:latin typeface="Arial"/>
                <a:ea typeface="SimSun"/>
              </a:rPr>
              <a:t>signalB</a:t>
            </a:r>
          </a:p>
        </p:txBody>
      </p:sp>
      <p:sp>
        <p:nvSpPr>
          <p:cNvPr id="30" name="文本"/>
          <p:cNvSpPr txBox="1"/>
          <p:nvPr/>
        </p:nvSpPr>
        <p:spPr>
          <a:xfrm>
            <a:off x="6000598" y="5705475"/>
            <a:ext cx="633032" cy="2095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500" dirty="0">
                <a:solidFill>
                  <a:srgbClr val="0066ff"/>
                </a:solidFill>
                <a:latin typeface="Arial"/>
                <a:ea typeface="SimSun"/>
              </a:rPr>
              <a:t>time/s</a:t>
            </a:r>
          </a:p>
        </p:txBody>
      </p:sp>
      <p:sp>
        <p:nvSpPr>
          <p:cNvPr id="31" name="文本"/>
          <p:cNvSpPr txBox="1"/>
          <p:nvPr/>
        </p:nvSpPr>
        <p:spPr>
          <a:xfrm>
            <a:off x="1790548" y="3267075"/>
            <a:ext cx="378905" cy="2095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500" dirty="0">
                <a:solidFill>
                  <a:srgbClr val="0066ff"/>
                </a:solidFill>
                <a:latin typeface="Arial"/>
                <a:ea typeface="SimSun"/>
              </a:rPr>
              <a:t>amp</a:t>
            </a:r>
          </a:p>
        </p:txBody>
      </p:sp>
      <p:sp>
        <p:nvSpPr>
          <p:cNvPr id="32" name="文本"/>
          <p:cNvSpPr txBox="1"/>
          <p:nvPr/>
        </p:nvSpPr>
        <p:spPr>
          <a:xfrm>
            <a:off x="2514448" y="5607368"/>
            <a:ext cx="94298" cy="18859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350" dirty="0">
                <a:solidFill>
                  <a:srgbClr val="0066ff"/>
                </a:solidFill>
                <a:latin typeface="Arial"/>
                <a:ea typeface="SimSun"/>
              </a:rPr>
              <a:t>0</a:t>
            </a:r>
          </a:p>
        </p:txBody>
      </p:sp>
      <p:sp>
        <p:nvSpPr>
          <p:cNvPr id="33" name="文本"/>
          <p:cNvSpPr txBox="1"/>
          <p:nvPr/>
        </p:nvSpPr>
        <p:spPr>
          <a:xfrm>
            <a:off x="4324198" y="5607368"/>
            <a:ext cx="94298" cy="18859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350" dirty="0">
                <a:solidFill>
                  <a:srgbClr val="0066ff"/>
                </a:solidFill>
                <a:latin typeface="Arial"/>
                <a:ea typeface="SimSun"/>
              </a:rPr>
              <a:t>1</a:t>
            </a:r>
          </a:p>
        </p:txBody>
      </p:sp>
      <p:sp>
        <p:nvSpPr>
          <p:cNvPr id="34" name="文本"/>
          <p:cNvSpPr txBox="1"/>
          <p:nvPr/>
        </p:nvSpPr>
        <p:spPr>
          <a:xfrm>
            <a:off x="6133948" y="5607368"/>
            <a:ext cx="94298" cy="18859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350" dirty="0">
                <a:solidFill>
                  <a:srgbClr val="0066ff"/>
                </a:solidFill>
                <a:latin typeface="Arial"/>
                <a:ea typeface="SimSun"/>
              </a:rPr>
              <a:t>2</a:t>
            </a:r>
          </a:p>
        </p:txBody>
      </p:sp>
      <p:sp>
        <p:nvSpPr>
          <p:cNvPr id="35" name="文本"/>
          <p:cNvSpPr txBox="1"/>
          <p:nvPr/>
        </p:nvSpPr>
        <p:spPr>
          <a:xfrm>
            <a:off x="7943698" y="5607368"/>
            <a:ext cx="94298" cy="18859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350" dirty="0">
                <a:solidFill>
                  <a:srgbClr val="0066ff"/>
                </a:solidFill>
                <a:latin typeface="Arial"/>
                <a:ea typeface="SimSun"/>
              </a:rPr>
              <a:t>3</a:t>
            </a:r>
          </a:p>
        </p:txBody>
      </p:sp>
      <p:sp>
        <p:nvSpPr>
          <p:cNvPr id="36" name="文本"/>
          <p:cNvSpPr txBox="1"/>
          <p:nvPr/>
        </p:nvSpPr>
        <p:spPr>
          <a:xfrm>
            <a:off x="9753448" y="5607368"/>
            <a:ext cx="94298" cy="18859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zh-CN" sz="1350" dirty="0">
                <a:solidFill>
                  <a:srgbClr val="0066ff"/>
                </a:solidFill>
                <a:latin typeface="Arial"/>
                <a:ea typeface="SimSun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空白">
  <a:themeElements>
    <a:clrScheme name="办公室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办公室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办公室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